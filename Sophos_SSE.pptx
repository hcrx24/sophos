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481328"/>
            <a:ext cx="111556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05456" y="1481328"/>
            <a:ext cx="111556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77056" y="1481328"/>
            <a:ext cx="111556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48656" y="1481328"/>
            <a:ext cx="111556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353312"/>
            <a:ext cx="256032" cy="256032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127000" dist="38100" dir="5400000">
              <a:srgbClr val="0B103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1353312"/>
            <a:ext cx="256032" cy="256032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127000" dist="38100" dir="5400000">
              <a:srgbClr val="0B103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1353312"/>
            <a:ext cx="256032" cy="256032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127000" dist="38100" dir="5400000">
              <a:srgbClr val="0B103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353312"/>
            <a:ext cx="256032" cy="256032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127000" dist="38100" dir="5400000">
              <a:srgbClr val="0B103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353312"/>
            <a:ext cx="256032" cy="256032"/>
          </a:xfrm>
          <a:prstGeom prst="ellipse">
            <a:avLst/>
          </a:prstGeom>
          <a:solidFill>
            <a:srgbClr val="F2B134"/>
          </a:solidFill>
          <a:ln/>
          <a:effectLst>
            <a:outerShdw sx="100000" sy="100000" kx="0" ky="0" algn="bl" rotWithShape="0" blurRad="127000" dist="38100" dir="5400000">
              <a:srgbClr val="0B103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04288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Σoφoς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Forward-Private Searchable Symmetric Encryption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6928" y="3913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encrypted data on an untrusted server — without ever revealing the keyword.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Bost, 2016  •  “Sophos: Forward Secure Searchable Encryption”  •  ACM CCS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Sophos Is Two Independent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misconception: Sophos does not encrypt your documents. It is purely the encrypted search index sitting alongside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03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774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4414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Document Encryption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200400"/>
            <a:ext cx="4526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each document independently with AES-GCM.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ciphertext blob to the server, keyed by document ID.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authenticated encryption — nothing Sophos-specific happens here.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05740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B103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38544" y="2377440"/>
            <a:ext cx="594360" cy="5943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6638544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88352" y="2441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Encrypted Search Index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38544" y="3200400"/>
            <a:ext cx="4526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keywords from each document as it's added.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(keyword → document ID) pairs — this is the inverted index.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Sophos: it encrypts the index so the server can still search it, but never learns the keywords or the mapping.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Holds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166360" cy="4709160"/>
          </a:xfrm>
          <a:prstGeom prst="roundRect">
            <a:avLst>
              <a:gd name="adj" fmla="val 1553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51663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 (trusted)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  K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trapdoor secret  d  (the private key of the permutation π)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W:  keyword → (latest state ST, counter c)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documents (before upload) / decrypted results (after search)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166360" cy="4709160"/>
          </a:xfrm>
          <a:prstGeom prst="roundRect">
            <a:avLst>
              <a:gd name="adj" fmla="val 1553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17320"/>
            <a:ext cx="5166360" cy="566928"/>
          </a:xfrm>
          <a:prstGeom prst="rect">
            <a:avLst/>
          </a:prstGeom>
          <a:solidFill>
            <a:srgbClr val="3B4478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417320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 (untrusted)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11112" y="22402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document store  (AES-GCM blobs)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index: a flat dictionary  UT → Enc(docID)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— no keyword, no state ST, no counter, ever, in plaintext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6263640"/>
            <a:ext cx="10908792" cy="502920"/>
          </a:xfrm>
          <a:prstGeom prst="roundRect">
            <a:avLst>
              <a:gd name="adj" fmla="val 10909"/>
            </a:avLst>
          </a:prstGeom>
          <a:solidFill>
            <a:srgbClr val="FFF4DA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2636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only ever sees numbers that look random — it cannot tell which keyword, or even which two entries, belong together.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Privacy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 w="12700">
            <a:solidFill>
              <a:srgbClr val="3B4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document insertion must look completely random to the server — unlinkable to any keyword the server has seen searched before.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5166360" cy="2926080"/>
          </a:xfrm>
          <a:prstGeom prst="roundRect">
            <a:avLst>
              <a:gd name="adj" fmla="val 2500"/>
            </a:avLst>
          </a:prstGeom>
          <a:solidFill>
            <a:srgbClr val="2A347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747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forward privacy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watches for new index entries after every search.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fresh entry's token relates to a previously searched keyword, the server can guess: “this new document probably contains that word.”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 the server rebuilds which documents match which searched keywords — a serious leak.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3246120"/>
            <a:ext cx="5166360" cy="2926080"/>
          </a:xfrm>
          <a:prstGeom prst="roundRect">
            <a:avLst>
              <a:gd name="adj" fmla="val 2500"/>
            </a:avLst>
          </a:prstGeom>
          <a:solidFill>
            <a:srgbClr val="1B5E4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4747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FF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Sophos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388620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insertion advances a one-way hash chain using a secret trapdoor only the client holds.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cannot predict the next token in the chain — computing it requires inverting a trapdoor permutation.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entries are indistinguishable from random until the client explicitly searches that keyword again.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Pieces Of Math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73152" cy="1298448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key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1947672"/>
            <a:ext cx="3566160" cy="59436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4767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K_w = PRF(K, w)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1581912"/>
            <a:ext cx="6720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a per-keyword secret from the master key K, so every keyword gets its own independent chain.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898648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898648"/>
            <a:ext cx="73152" cy="1298448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35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token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3429000"/>
            <a:ext cx="3566160" cy="59436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290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UT_c = H₁(K_w ∥ ST_c)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3063240"/>
            <a:ext cx="6720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dictionary key stored on the server — looks like a random string, tied to one keyword's c-th insertion.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379976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379976"/>
            <a:ext cx="73152" cy="1298448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171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ID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4910328"/>
            <a:ext cx="3566160" cy="59436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103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Enc(id) = id ⊕ H₂(K_w ∥ ST_c)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4544568"/>
            <a:ext cx="6720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One-time-pad style masking of the document ID, using a key stream derived from the same chain state.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CLEVER TRICK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Permutation, Two Directions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Sophos's security rests on a trapdoor permutation π (Bost's original paper instantiates it with RSA).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89888" y="2331720"/>
            <a:ext cx="170078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93008" y="2331720"/>
            <a:ext cx="170078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96128" y="2331720"/>
            <a:ext cx="170078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99248" y="2331720"/>
            <a:ext cx="170078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1305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305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90672" y="21305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1305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93792" y="21305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1305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96912" y="21305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21305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00032" y="2130552"/>
            <a:ext cx="402336" cy="40233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1305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1600200"/>
            <a:ext cx="9144000" cy="457200"/>
          </a:xfrm>
          <a:prstGeom prst="roundRect">
            <a:avLst>
              <a:gd name="adj" fmla="val 50000"/>
            </a:avLst>
          </a:prstGeom>
          <a:solidFill>
            <a:srgbClr val="FFF4DA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4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(client, needs secret d) — STᶜ = π⁻¹(STᶜ⁻¹)  — hard without the trapdoor →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3063240"/>
            <a:ext cx="9144000" cy="45720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SEARCH (server, only needs public e) — STᶜ⁻¹ = π(STᶜ)  — easy, no secret required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39776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1605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forward through the chain (what an insert does) requires the trapdoor — only the client can do it. The server, seeing only permutation outputs, cannot predict tomorrow's token.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backward through the chain (what a search enables) uses the public exponent — anyone can do it, once the client hands over the current state.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A Document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34440" y="1417320"/>
            <a:ext cx="10378440" cy="868680"/>
          </a:xfrm>
          <a:prstGeom prst="roundRect">
            <a:avLst>
              <a:gd name="adj" fmla="val 736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49047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keywords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3400" y="1490472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keyword w found in the new document, run the steps below independently.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328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34440" y="2441448"/>
            <a:ext cx="10378440" cy="868680"/>
          </a:xfrm>
          <a:prstGeom prst="roundRect">
            <a:avLst>
              <a:gd name="adj" fmla="val 736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514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the chain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514600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 = π⁻¹(ST_{c-1}) using trapdoor d.  (First time seeing w: ST₀ is just random.)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5570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34440" y="3465576"/>
            <a:ext cx="10378440" cy="868680"/>
          </a:xfrm>
          <a:prstGeom prst="roundRect">
            <a:avLst>
              <a:gd name="adj" fmla="val 736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53872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 token &amp; mask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343400" y="3538728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UT_c = H₁(K_w ∥ ST_c)   and   Enc(id) = id ⊕ H₂(K_w ∥ ST_c)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5811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581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234440" y="4489704"/>
            <a:ext cx="10378440" cy="868680"/>
          </a:xfrm>
          <a:prstGeom prst="roundRect">
            <a:avLst>
              <a:gd name="adj" fmla="val 736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456285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Append, never overwrite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43400" y="4562856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(UT_c, Enc(id)) to the server. It is stored as a brand-new dictionary entry — older entries are untouched.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55955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O(1) client computation and O(1) new server storage per keyword, per insertion.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A Keyword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02920" cy="502920"/>
          </a:xfrm>
          <a:prstGeom prst="ellipse">
            <a:avLst/>
          </a:prstGeom>
          <a:solidFill>
            <a:srgbClr val="3B447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34440" y="1417320"/>
            <a:ext cx="10378440" cy="868680"/>
          </a:xfrm>
          <a:prstGeom prst="roundRect">
            <a:avLst>
              <a:gd name="adj" fmla="val 736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49047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up local state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3400" y="1490472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reads (ST_c, counter c) for keyword w from its own table W — no server contact yet.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32888"/>
            <a:ext cx="502920" cy="502920"/>
          </a:xfrm>
          <a:prstGeom prst="ellipse">
            <a:avLst/>
          </a:prstGeom>
          <a:solidFill>
            <a:srgbClr val="3B447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34440" y="2441448"/>
            <a:ext cx="10378440" cy="868680"/>
          </a:xfrm>
          <a:prstGeom prst="roundRect">
            <a:avLst>
              <a:gd name="adj" fmla="val 736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514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one token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514600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(K_w, ST_c) to the server. This single message reveals nothing about earlier searches.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557016"/>
            <a:ext cx="502920" cy="502920"/>
          </a:xfrm>
          <a:prstGeom prst="ellipse">
            <a:avLst/>
          </a:prstGeom>
          <a:solidFill>
            <a:srgbClr val="3B447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34440" y="3465576"/>
            <a:ext cx="10378440" cy="868680"/>
          </a:xfrm>
          <a:prstGeom prst="roundRect">
            <a:avLst>
              <a:gd name="adj" fmla="val 736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53872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walks backward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343400" y="3538728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the public exponent e, server computes ST_{c-1}, ST_{c-2}, …, ST₀ — recovering every UT_i and its Enc(id) along the way.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581144"/>
            <a:ext cx="502920" cy="502920"/>
          </a:xfrm>
          <a:prstGeom prst="ellipse">
            <a:avLst/>
          </a:prstGeom>
          <a:solidFill>
            <a:srgbClr val="3B447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581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234440" y="4489704"/>
            <a:ext cx="10378440" cy="868680"/>
          </a:xfrm>
          <a:prstGeom prst="roundRect">
            <a:avLst>
              <a:gd name="adj" fmla="val 736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456285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unmasks &amp; fetches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43400" y="4562856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DocID = Enc(id) ⊕ H₂(K_w ∥ ST_i) for each i; client then fetches and decrypts the matching documents.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55955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one round trip; server work is O(number of documents matching w).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Uploads, One Growing Chain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= “OpenVPN Schnorr” → D2 = “OpenVPN PQC” → D3 = “RSA Authentication” → D4 = “OpenVPN RSA”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  <a:gridCol w="210312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openvpn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ST₁ (c=1)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ST₁ (c=1)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ST₂ (c=2)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schnorr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pqc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rsa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ST₁ (c=1)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authentication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ST₀ (c=0)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4DA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1206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“openvpn” and “rsa” advance — they reappear in later documents. Every other keyword sits at ST₀ until it, too, reappears.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client-side table W is never sent to the server as a whole — only one row is revealed per search, and only at search time.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Server Actually Stores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six uploads (D1–D6), the server's entire index is this flat, unordered dictionary — nothing more: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(UT)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UT₀(openvpn)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UT₁(openvpn)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UT₂(openvpn)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Enc(D4)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UT₃(openvpn)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UT₄(openvpn)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Enc(D6)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UT₀(schnorr)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UT₁(schnorr)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03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(UT)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UT₀(pqc)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UT₀(rsa)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Enc(D3)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UT₁(rsa)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Enc(D4)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UT₂(rsa)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UT₀(authentication)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Enc(D3)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UT₁(authentication)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Enc(D6)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5806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5EE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58064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keyword text, no ST value, no counter, and no document ID appears anywhere in this table.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For “openvpn”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F3F6FC"/>
          </a:solidFill>
          <a:ln w="12700">
            <a:solidFill>
              <a:srgbClr val="D8E1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sends token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461772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(K_openvpn, ST₄, c=4)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walks the chain backward: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28163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UT₄ → Enc(D6)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12724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UT₃ → Enc(D5)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43814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UT₂ → Enc(D4)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74904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UT₁ → Enc(D2)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059936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UT₀ → Enc(D1)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439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recovers: D1, D2, D4, D5, D6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5087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XOR the document ID?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65392" y="196596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stored plaintext IDs, two entries pointing to the same document — e.g. UT₁ → D1 and UT₉ → D1 — would visibly reveal that both keywords co-occur in D1.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with Enc(id) = id ⊕ H₂(K_w ∥ ST) makes every stored value look like independent random bits.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entries for the same document is hidden until the client itself decrypts them after a search.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4DA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206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Finally: the client fetches the encrypted blobs for D1, D2, D4, D5, D6 from the document store and decrypts each with AES-GCM — the server never sees the plaintext keyword “openvpn” at any point.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Performance At A Glance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privacy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core design goal, achieved via the trapdoor 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privacy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A1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not addressed by this scheme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per keyword, per document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O(number of matching documents)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pattern (which docs match) and search pattern (repeat queries are linkable)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primitive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Trapdoor permutation (originally RSA) + hash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486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E5EE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Sophos hides what you search for. It does not hide the shape of your search history or which results come back — that requires stronger, and typically slower, schemes.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CAVEAT WORTH FLAGGING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Sophos And The Quantum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2A347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weak link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forward-privacy guarantee depends entirely on π being a trapdoor — hard to invert without 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Bost's original instantiation uses RSA. RSA's hardness relies on integer factorization.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factors integers efficiently on a sufficiently large quantum computer, so a quantum-capable adversary could invert π and predict future update tokens — collapsing forward privacy.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1B5E4A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920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FF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field went next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forward-private schemes (e.g. Diana, Fides) replace the trapdoor permutation with a symmetric primitive — a PRF-driven chain instead of RSA.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constructions are typically faster (no modular exponentiation per insert) and their security reduces to PRF/hash assumptions, which are widely considered quantum-resistant at sufficient key sizes.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PQC-sensitive deployment, treat Sophos as the conceptual baseline — but instantiate forward-private SSE with a symmetric chain, not an RSA trapdoor.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 encrypts the documents; Sophos encrypts only the search index that points to them.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535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08760" y="295351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chains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953512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keyword advances its own hash chain via a trapdoor permutation — forward is secret, backward is public.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2394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08760" y="412394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 index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4123944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only ever adds new random-looking (token → masked ID) pairs — nothing is overwritten or linkable.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29437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5294376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limits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5294376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privacy is guaranteed; backward privacy and access-pattern leakage are not — and the RSA instantiation isn't post-quantum.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666476" y="6368796"/>
            <a:ext cx="142646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27994" y="6368796"/>
            <a:ext cx="142646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6309360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68558" y="6309360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0077" y="6309360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Σoφoς  —  Deep Dive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521440" y="6665976"/>
            <a:ext cx="109728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22608" y="6665976"/>
            <a:ext cx="109728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76888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78056" y="6620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2026-07-21T07:35:58Z</dcterms:created>
  <dcterms:modified xsi:type="dcterms:W3CDTF">2026-07-21T07:35:58Z</dcterms:modified>
</cp:coreProperties>
</file>